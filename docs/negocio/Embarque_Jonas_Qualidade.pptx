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51560"/>
            <a:ext cx="4663440" cy="4663440"/>
          </a:xfrm>
          <a:prstGeom prst="ellipse">
            <a:avLst/>
          </a:prstGeom>
          <a:ln w="15875">
            <a:solidFill>
              <a:srgbClr val="1641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965960"/>
            <a:ext cx="2834640" cy="2834640"/>
          </a:xfrm>
          <a:prstGeom prst="ellipse">
            <a:avLst/>
          </a:prstGeom>
          <a:ln w="1905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3063240"/>
            <a:ext cx="640080" cy="64008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7" name="Text 5"/>
          <p:cNvSpPr/>
          <p:nvPr/>
        </p:nvSpPr>
        <p:spPr>
          <a:xfrm>
            <a:off x="1170432" y="566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· LOGIKOS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que entende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qualidade.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58368" y="43434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que transforma as câmeras da RVB em inspeção de qualidade automática — em tempo real.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 · Módulo Qualidade — RVB Isolantes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029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RESOLVER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projeto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a inspeção visual: a câmera sinaliza a peça fora do padrão no momento em que ela passa na linha.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136392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136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o defeito na hora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57200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não conformidade é sinalizada na linha, não depois — antes de virar devolução.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25696" y="278892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3136392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3136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45736" y="388620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retrabalho e perda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45736" y="457200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peça ruim seguindo adiante, menos retrabalho e menos cliente insatisfeito.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11312" y="278892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31352" y="3136392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8531352" y="3136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31352" y="388620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31352" y="4572000"/>
            <a:ext cx="288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aprovação e reprovação vira dado, com histórico por turno — sem prancheta.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029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treinado com as imagens e os critérios da RVB — </a:t>
            </a:r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genérico. Cada cliente treina o próprio modelo.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" y="3163824"/>
            <a:ext cx="603504" cy="603504"/>
          </a:xfrm>
          <a:prstGeom prst="ellipse">
            <a:avLst/>
          </a:prstGeom>
          <a:solidFill>
            <a:srgbClr val="0A0A0F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163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0976" y="4407408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capta imagens das peças direto na operação.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11296" y="28346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22192" y="3163824"/>
            <a:ext cx="603504" cy="603504"/>
          </a:xfrm>
          <a:prstGeom prst="ellipse">
            <a:avLst/>
          </a:prstGeom>
          <a:solidFill>
            <a:srgbClr val="0A0A0F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3163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22192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22192" y="4407408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especialista marca o que é conforme e o que é defeito.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82512" y="28346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93408" y="3163824"/>
            <a:ext cx="603504" cy="603504"/>
          </a:xfrm>
          <a:prstGeom prst="ellipse">
            <a:avLst/>
          </a:prstGeom>
          <a:solidFill>
            <a:srgbClr val="0A0A0F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3163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93408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93408" y="4407408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a enxergar a qualidade do jeito da RVB.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53728" y="28346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64624" y="3163824"/>
            <a:ext cx="603504" cy="603504"/>
          </a:xfrm>
          <a:prstGeom prst="ellipse">
            <a:avLst/>
          </a:prstGeom>
          <a:solidFill>
            <a:srgbClr val="0A0A0F"/>
          </a:solidFill>
          <a:ln w="22225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64624" y="316382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564624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64624" y="4407408"/>
            <a:ext cx="2066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sinalizar sozinho, em tempo real, 24 horas por dia.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029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ao Wiser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Wiser guarda os dados de produção da RVB. O Recognition se conecta a ele —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cada detecção ganha contexto de produção.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846320" cy="1874520"/>
          </a:xfrm>
          <a:prstGeom prst="roundRect">
            <a:avLst>
              <a:gd name="adj" fmla="val 5854"/>
            </a:avLst>
          </a:prstGeom>
          <a:solidFill>
            <a:srgbClr val="16161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SOZINHA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“Defeito detectado às 14h32.”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alerta solto — sem contexto de produção.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0" y="2697480"/>
            <a:ext cx="11704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656832" y="2697480"/>
            <a:ext cx="4864608" cy="1874520"/>
          </a:xfrm>
          <a:prstGeom prst="roundRect">
            <a:avLst>
              <a:gd name="adj" fmla="val 5854"/>
            </a:avLst>
          </a:prstGeom>
          <a:solidFill>
            <a:srgbClr val="1C1C26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CÂMERA + O WISER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931152" y="3246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“Defeito no pedido 4821 — anel modelo Y, lote Z.”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931152" y="40416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Rastreável, com apontamento de produção.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6161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02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 API / aos dados do Wiser para a integração.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1616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5102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focal do Wiser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5440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— quem cuida do sistema e viabiliza a conexão.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029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PAPEL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de você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1C1C26"/>
          </a:solidFill>
          <a:ln w="12700">
            <a:solidFill>
              <a:srgbClr val="1641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10241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no sistema como um supervisor novo no seu setor.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você ensinaria a ele — o processo, o que olhar, o que reprova — o sistema também precisa aprender.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161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53512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81328" y="2834640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processo dos anéis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etapas do anel e onde a qualidade é decidida.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161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666744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3547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de atenção da peça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5478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olhar em cada anel e as tolerâncias que valem.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6110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161E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81328" y="4261104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Critérios: conforme × não conforme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42611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de defeito que realmente importam.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97433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161E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5093208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81328" y="4974336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casos ambíguos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49743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hoje gera dúvida entre aprovar e reprovar.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68756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16161E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806440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81328" y="5687568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0" y="568756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de anel bom e de anel com defeito.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502920"/>
            <a:ext cx="384048" cy="384048"/>
          </a:xfrm>
          <a:prstGeom prst="ellipse">
            <a:avLst/>
          </a:prstGeom>
          <a:solidFill>
            <a:srgbClr val="0A0A0F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155680" y="502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AGORA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seu conhecimento é seu.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2935224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8803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treino e o modelo treinado com eles são da RVB.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849624"/>
            <a:ext cx="146304" cy="146304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9476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Logikos não se apropria do segredo industrial: uso restrito ao projeto, sem repasse a terceiros ou concorrentes.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16161E"/>
          </a:solidFill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816352"/>
            <a:ext cx="365760" cy="3657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7456" y="2788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as amostras iniciais (anel bom e com defeito).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0" y="3419856"/>
            <a:ext cx="365760" cy="3657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77456" y="33924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 processo e os itens de atenção com o Jonas.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023360"/>
            <a:ext cx="365760" cy="3657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77456" y="39959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ao Wiser (dados de produção) com o Alexandre.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0" y="4626864"/>
            <a:ext cx="365760" cy="3657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77456" y="4599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a confidencialidade com quem a RVB indicar.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LOGIKOS</a:t>
            </a:r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soluções para a indústria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6035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E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vitor@logikosvision.com.br  ·  (47) 9 9232-7294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2026-07-31T20:31:54Z</dcterms:created>
  <dcterms:modified xsi:type="dcterms:W3CDTF">2026-07-31T20:31:54Z</dcterms:modified>
</cp:coreProperties>
</file>